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225A140-CDB7-4593-8672-ED54C3AD4307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55" d="100"/>
          <a:sy n="55" d="100"/>
        </p:scale>
        <p:origin x="21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E5186-CE63-E599-6191-099A613E66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1596D4-EDB7-2DCB-C321-C4530C71ED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98D006-E5B0-F60D-C8A8-26BC8AA2F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B7119-6CC6-41DA-AC33-4B249FC3C1B5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9A4CA-31E5-2B5E-AEB3-16DC6A27A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77549B-E9F5-853A-4E9A-15AA7ED7C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E43FD-8210-4747-BE42-6100F9635F7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21758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85445-15E0-D1CA-8ECB-2E913A4AB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282C7-FA77-75D7-CAB5-AC04B41C0E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9A5294-8DA3-F6F8-C1CB-A585DFCC5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B7119-6CC6-41DA-AC33-4B249FC3C1B5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C37A66-179B-4D3E-98AA-1A0CF15AA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1AE251-3050-1C03-43F2-4B79D8B15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E43FD-8210-4747-BE42-6100F9635F7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21677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B4EC2-82DC-6003-C9C9-43EDF6503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83BC77-C559-ECC5-1240-BBDB57A1E1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21BF0C-2F24-94DD-1604-FFC3E539B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B7119-6CC6-41DA-AC33-4B249FC3C1B5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35ADBB-44E6-7C8E-D55A-EC6DB5DF2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945643-6C2D-75E3-E187-2C4FF9DA8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E43FD-8210-4747-BE42-6100F9635F7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1059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07F70-2E4A-2D0B-3B00-F2FEFAC0A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B49BE9-EEDA-644D-7107-BB12A4A1E6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FEDBA6-2859-7DCA-FAC8-93B0F8B2DB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42C4AC-81D2-4513-193C-4CCCF23D4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B7119-6CC6-41DA-AC33-4B249FC3C1B5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57847B-87B1-1CA2-A73C-59F88F59C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8461AA-1A80-D164-DB53-303E80B2D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E43FD-8210-4747-BE42-6100F9635F7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69801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47AD1-3939-B011-A8C4-E9CF2085E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04F5DB-465C-241A-B095-3BAE5DCB03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0F0E60-5A27-FABD-2C6B-5B8144E0AE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A41605-BF7F-446F-DED0-9D6511A6D5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0191D8-8AD4-F74A-F815-289E6B392C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480A18-B67A-F6AA-6921-4FD66D147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B7119-6CC6-41DA-AC33-4B249FC3C1B5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56468D-80B3-4D05-E792-183B6ED07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9CE402-9F5F-A447-08E7-AF75BBEF2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E43FD-8210-4747-BE42-6100F9635F7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82969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47D68-2A2A-15E0-89CC-AC5F7ED7B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287192-805B-C861-C33B-03AB109B1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B7119-6CC6-41DA-AC33-4B249FC3C1B5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DEE858-7B62-C3A9-DB89-10DFB861F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1FC7CC-BAD2-2432-EEEF-C43F7CF1E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E43FD-8210-4747-BE42-6100F9635F7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219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E5E900-2922-F1EA-A1F1-A15C3EDCC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B7119-6CC6-41DA-AC33-4B249FC3C1B5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B09BA9-E7E9-6861-3923-C265A9CB3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C9103C-A02A-2B47-985D-3AA45D2EF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E43FD-8210-4747-BE42-6100F9635F7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4239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37CB3-DFA4-0510-6249-9629CB805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3BBF30-7A45-518C-8ADA-FCBF87F8D7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14AECA-9103-C389-FBC8-8E72447FCD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412E86-DC05-DE28-6492-22EFDB250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B7119-6CC6-41DA-AC33-4B249FC3C1B5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CFD81A-9204-658D-8EFE-57BFECDA1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9D6448-E890-2A04-E169-7898C9AC7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E43FD-8210-4747-BE42-6100F9635F7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94249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6CEF9-D57D-A2A4-7690-7E31B9DE8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A9B764-D10E-6F9C-B8DB-46EDB75D5B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6968CF-58CE-7FD4-F08E-2FE3751302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47F30B-418B-72E2-1BD0-7112C4DD1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B7119-6CC6-41DA-AC33-4B249FC3C1B5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498C89-569A-8E72-DEFA-410E45A21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EBB24D-EAB2-7775-75A6-14843B518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E43FD-8210-4747-BE42-6100F9635F7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69745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2EB6C-8A55-E32E-49E3-771699718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7D7B4D-36E3-4062-C234-54EB59C786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A22306-CB32-8129-BB54-A679DA9AD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B7119-6CC6-41DA-AC33-4B249FC3C1B5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84AC44-17F2-75D4-2508-E893E6387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A5849E-0E8A-6C53-56CB-CB8116E1D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E43FD-8210-4747-BE42-6100F9635F7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76615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AB8041-5452-A240-F5D9-FDA8318B3B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97B81F-92EB-7150-7194-8A33FE9435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87A26E-3832-3AF5-462D-9B8B1EB1D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B7119-6CC6-41DA-AC33-4B249FC3C1B5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B7F486-4D69-272B-EADB-EBB2527A2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ED0D6A-FF05-2222-0997-7FEE1A5D7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E43FD-8210-4747-BE42-6100F9635F7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42607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DF7983-C2A5-BECA-47BF-41A822539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8A2EDD-5FFB-2562-61C6-3C73C79FC4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F30B35-B6D1-84F8-DE6A-8D38B8D796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BB7119-6CC6-41DA-AC33-4B249FC3C1B5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B0AFD3-1B17-5C70-18A2-C075FB0C5D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2D3DDA-065C-0298-DE7A-FFA9832748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1E43FD-8210-4747-BE42-6100F9635F7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23941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400C04D1-E5DE-8F99-DFFB-9044184DC7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9488" y="0"/>
            <a:ext cx="769143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47472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70AADED2-6C14-3F40-E213-9AA636D9B4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33538"/>
            <a:ext cx="12192000" cy="3589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7622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AAC0E76B-D73E-76B5-1C83-39EAC8C4D4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1713" y="890588"/>
            <a:ext cx="7648575" cy="5076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9504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891360C-2807-766D-0E79-E555C41F63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31" y="192506"/>
            <a:ext cx="12117669" cy="27552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EDE2406-E2AE-86B0-FD0F-ACBC84D4D0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9726" y="3429000"/>
            <a:ext cx="6292547" cy="2357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4185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85D8B033-924E-9087-299E-3ECE99AD8C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33388"/>
            <a:ext cx="12192000" cy="5989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10301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0CE896D9-84B1-D022-0464-A439FF9538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525"/>
            <a:ext cx="12192000" cy="6837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97994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F9643DEA-A04D-EE1C-6A30-EFE4C0906D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3838"/>
            <a:ext cx="12192000" cy="6408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03456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>
            <a:extLst>
              <a:ext uri="{FF2B5EF4-FFF2-40B4-BE49-F238E27FC236}">
                <a16:creationId xmlns:a16="http://schemas.microsoft.com/office/drawing/2014/main" id="{7C01074A-2E55-BC61-18D4-BCEAEA54F4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55650"/>
            <a:ext cx="12192000" cy="5345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74602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>
            <a:extLst>
              <a:ext uri="{FF2B5EF4-FFF2-40B4-BE49-F238E27FC236}">
                <a16:creationId xmlns:a16="http://schemas.microsoft.com/office/drawing/2014/main" id="{1561A167-63FE-CD3F-89D0-E569DD65B6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925" y="733425"/>
            <a:ext cx="11106150" cy="5391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5738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>
            <a:extLst>
              <a:ext uri="{FF2B5EF4-FFF2-40B4-BE49-F238E27FC236}">
                <a16:creationId xmlns:a16="http://schemas.microsoft.com/office/drawing/2014/main" id="{EE902795-CB13-40FE-2596-89B8C8D1CE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96863"/>
            <a:ext cx="12192000" cy="6264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96493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>
            <a:extLst>
              <a:ext uri="{FF2B5EF4-FFF2-40B4-BE49-F238E27FC236}">
                <a16:creationId xmlns:a16="http://schemas.microsoft.com/office/drawing/2014/main" id="{46020955-B229-BA1F-0BC8-1F6B141531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388" y="0"/>
            <a:ext cx="1106963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31910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>
            <a:extLst>
              <a:ext uri="{FF2B5EF4-FFF2-40B4-BE49-F238E27FC236}">
                <a16:creationId xmlns:a16="http://schemas.microsoft.com/office/drawing/2014/main" id="{BA8453DF-F812-A709-901E-B6B17A5FFC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238" y="671513"/>
            <a:ext cx="11439525" cy="5514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8441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Dmitri Apassov</dc:creator>
  <cp:lastModifiedBy>Dmitri Apassov</cp:lastModifiedBy>
  <cp:revision>1</cp:revision>
  <dcterms:created xsi:type="dcterms:W3CDTF">2026-02-05T08:54:04Z</dcterms:created>
  <dcterms:modified xsi:type="dcterms:W3CDTF">2026-02-05T09:04:12Z</dcterms:modified>
</cp:coreProperties>
</file>